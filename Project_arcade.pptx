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16088-8E4F-14E0-D916-E2D195712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4DD30C-1AA3-6A9D-F8D6-FF00D32A0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9F1B3-C0F6-4594-708B-1F4D05A5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E0DBC9-94F8-23F6-D827-F7C9EB5B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0B30DB-286D-9775-6560-84736ABA6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574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449C0-EEDF-5F74-8C26-B4E63CBCD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428987-3B77-1DC1-9262-53CFB4DA4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4A48E0-6135-CB0D-C4C0-8970D7EF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690DCE-F94F-9CB3-179C-9BE15802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B8FB13-E08D-F102-6B9F-488977A61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788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E303D-96A9-457A-834A-23AA60D9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A2326F-E108-8207-F405-11FF590C7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AE6BE7-2323-0E10-F2E9-58A8AA843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2A1E58-5B32-CC33-588C-FE6935D6B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F863A6-6FB7-AE4A-5A76-CFCEA829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77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5259ED-41F1-ADBF-3275-E33771A3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818B75-DB01-BD25-A987-111A30DCD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F3100D-740E-9422-10B6-1D8E2048F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9D8ABC-32C5-7819-2B3C-19B95836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FFC67D8-2C55-B7CD-1D85-BD9FFE18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14B2E5B-E2B3-EC03-6657-1774BC0B6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183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8E5463-61E6-4A7E-9767-FF18E2872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87F31A-066A-E27B-6F13-DD12F6334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7F9207-0702-D603-1906-2F58BA90B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E731B5-72D5-ACD9-CBC2-A736BFAA8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025E1B-C939-924B-FA1D-6A33FD9F0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FA57289-87D1-6D55-3B3C-0A0C57C7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50BA1F-7537-74CB-E7C7-689727B8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38F5D9-2634-17F3-0D4B-197EA7A7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031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60B8A4-3B8A-DEF8-B3F2-A3E6324AC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4B0D5E-55D0-3D0D-F1B6-FED2A1A9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B9026F6-F59E-20C6-34B0-5FDF5B03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3ABA2A-766B-AA5C-248C-A7F7713F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254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CF047D-E515-C6FD-B445-DF5FCACA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36B50D-614D-17BE-668D-D1A1D95F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2BB014-203F-A152-F8DC-71465A9F5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547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60E5EA-402A-E2A3-0300-5BA82A8A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8B36BA-6C22-1081-864D-1FB1F0EFF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04C181-7716-BF5B-7D40-CA3BA0AD4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135DFF-6A8A-7CA3-DC28-698E99DF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B3531B-806B-8838-502B-6735D042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E8B385-4B98-F313-DBF8-D4CF0937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12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82A62-FBF0-244A-69B8-FAF16C695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83C7D2A-7B14-1360-1DB6-4574C4ECB2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0D41D5-613B-7CB1-04CD-23125DC29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9DF21A-73DB-D868-41FA-41F8DF2EA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8974D75-9B12-65F6-E4E7-695ADA9D7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C50E2-8535-AAE9-5D91-869BA3E3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2023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275F5D-7FB9-7B6D-9983-E21B4516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1C6B50-D941-A864-A429-B82F8A82C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028736-DDE3-9C02-04C6-626F6C581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647AB3-FD52-F495-D557-63DEB7418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D6E187-7A47-522D-F5CF-C6D5B238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30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65201D4-4DC8-B5B5-0A72-313C79C0A8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228048-B193-84E7-030B-3FB8E354C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297218-20CE-CF0A-F1C2-A70F7985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C0E5B8-ED18-E94D-636F-89FB485AB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F71269-3744-49F1-FBFE-8EB310524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83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EBE800-C4CD-8B6A-0E46-B1B127D14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F84358-0D56-807E-A9F9-67450BC2A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135EB5-E5AF-2C9B-9DF8-8C3DC661E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F6DB3-4070-4FC4-8036-02E63CBD0FDF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17707D-4450-6B03-B5B0-1AEF7376F2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702827-C451-E286-CD90-148D2D6B8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0125E-8297-4202-964F-657BBA0E63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379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447686-E507-F9CC-D5F2-6C9A98376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Platformer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EF44FA-CE5D-9DFD-BC55-D9BB0B937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Зяблицев </a:t>
            </a:r>
            <a:r>
              <a:rPr lang="ru-RU" dirty="0" err="1"/>
              <a:t>Давад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3718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4308DF-201C-FF55-67ED-D1755F613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557D80-A188-7A09-3C70-873C9C788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 платформер</a:t>
            </a:r>
          </a:p>
        </p:txBody>
      </p:sp>
    </p:spTree>
    <p:extLst>
      <p:ext uri="{BB962C8B-B14F-4D97-AF65-F5344CB8AC3E}">
        <p14:creationId xmlns:p14="http://schemas.microsoft.com/office/powerpoint/2010/main" val="104089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C6F172-0190-ABA7-04A2-FFA4F243D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en-US" dirty="0"/>
              <a:t>Platformer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2A0132-CD97-9D88-3643-87E38BD2C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Использовались библиотеки: </a:t>
            </a:r>
            <a:r>
              <a:rPr lang="en-US" dirty="0"/>
              <a:t>random</a:t>
            </a:r>
            <a:r>
              <a:rPr lang="ru-RU" dirty="0"/>
              <a:t>, </a:t>
            </a:r>
            <a:r>
              <a:rPr lang="en-US" dirty="0"/>
              <a:t>sqlite3</a:t>
            </a:r>
            <a:r>
              <a:rPr lang="ru-RU" dirty="0"/>
              <a:t>, </a:t>
            </a:r>
            <a:r>
              <a:rPr lang="en-US" dirty="0"/>
              <a:t>arcade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CE52BBF-364F-04BA-65AD-2211FEB1E2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8" y="2247735"/>
            <a:ext cx="11412543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09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B94706-BB18-1356-9995-D16DAF36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892C30-BF76-1802-964F-10B1F8CEA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Классы:</a:t>
            </a:r>
          </a:p>
          <a:p>
            <a:r>
              <a:rPr lang="en-US" dirty="0" err="1"/>
              <a:t>Res_level</a:t>
            </a:r>
            <a:r>
              <a:rPr lang="en-US" dirty="0"/>
              <a:t> -</a:t>
            </a:r>
            <a:r>
              <a:rPr lang="ru-RU" dirty="0"/>
              <a:t> для вывода результатов прохождения уровня</a:t>
            </a:r>
          </a:p>
          <a:p>
            <a:r>
              <a:rPr lang="en-US" dirty="0" err="1"/>
              <a:t>Create_player</a:t>
            </a:r>
            <a:r>
              <a:rPr lang="en-US" dirty="0"/>
              <a:t> – </a:t>
            </a:r>
            <a:r>
              <a:rPr lang="ru-RU" dirty="0"/>
              <a:t>для создания нового профиля прогресса прохождения игры</a:t>
            </a:r>
          </a:p>
          <a:p>
            <a:r>
              <a:rPr lang="en-US" dirty="0"/>
              <a:t>Login</a:t>
            </a:r>
            <a:r>
              <a:rPr lang="ru-RU" dirty="0"/>
              <a:t> – для выбора профиля</a:t>
            </a:r>
          </a:p>
          <a:p>
            <a:r>
              <a:rPr lang="en-US" dirty="0" err="1"/>
              <a:t>MenuView</a:t>
            </a:r>
            <a:r>
              <a:rPr lang="ru-RU" dirty="0"/>
              <a:t> – меню выбора уровня</a:t>
            </a:r>
          </a:p>
          <a:p>
            <a:r>
              <a:rPr lang="en-US" dirty="0"/>
              <a:t>Player</a:t>
            </a:r>
            <a:r>
              <a:rPr lang="ru-RU" dirty="0"/>
              <a:t> – класс игрока</a:t>
            </a:r>
          </a:p>
          <a:p>
            <a:r>
              <a:rPr lang="en-US" dirty="0"/>
              <a:t>Platformer</a:t>
            </a:r>
            <a:r>
              <a:rPr lang="ru-RU" dirty="0"/>
              <a:t> – для воспроизведения уровней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279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1AD16F-0FBD-AE7F-95F5-963E3BF7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Возможности для улучшения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DBC3FA-A1C4-514A-22BF-6C8B5B21D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Создать меню настроек</a:t>
            </a:r>
          </a:p>
          <a:p>
            <a:r>
              <a:rPr lang="ru-RU" dirty="0"/>
              <a:t>Увеличение количества уровней</a:t>
            </a:r>
          </a:p>
          <a:p>
            <a:r>
              <a:rPr lang="ru-RU" dirty="0"/>
              <a:t>Изменение графики</a:t>
            </a:r>
          </a:p>
          <a:p>
            <a:r>
              <a:rPr lang="ru-RU" dirty="0"/>
              <a:t>Переделать всё</a:t>
            </a:r>
          </a:p>
          <a:p>
            <a:r>
              <a:rPr lang="ru-RU" dirty="0"/>
              <a:t>Сделать </a:t>
            </a:r>
            <a:r>
              <a:rPr lang="ru-RU"/>
              <a:t>всё заново</a:t>
            </a:r>
          </a:p>
        </p:txBody>
      </p:sp>
    </p:spTree>
    <p:extLst>
      <p:ext uri="{BB962C8B-B14F-4D97-AF65-F5344CB8AC3E}">
        <p14:creationId xmlns:p14="http://schemas.microsoft.com/office/powerpoint/2010/main" val="41982671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74</Words>
  <Application>Microsoft Office PowerPoint</Application>
  <PresentationFormat>Широкоэкранный</PresentationFormat>
  <Paragraphs>24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Platformer</vt:lpstr>
      <vt:lpstr>Platformer</vt:lpstr>
      <vt:lpstr>В Platformer</vt:lpstr>
      <vt:lpstr>Структура</vt:lpstr>
      <vt:lpstr>Возможности для улучшения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Yandex</dc:creator>
  <cp:lastModifiedBy>Yandex</cp:lastModifiedBy>
  <cp:revision>1</cp:revision>
  <dcterms:created xsi:type="dcterms:W3CDTF">2026-01-29T13:25:06Z</dcterms:created>
  <dcterms:modified xsi:type="dcterms:W3CDTF">2026-01-29T13:52:43Z</dcterms:modified>
</cp:coreProperties>
</file>